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8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2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8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2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8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8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5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0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7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2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6369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3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5544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20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2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9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1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Financial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Interactive Dashboard | Task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help business stakeholders monitor key financial KPIs like Sales, Profit, and Product Performance interactively using Power BI.</a:t>
            </a:r>
          </a:p>
          <a:p>
            <a:endParaRPr dirty="0"/>
          </a:p>
          <a:p>
            <a:r>
              <a:rPr dirty="0"/>
              <a:t>Tools Used:</a:t>
            </a:r>
          </a:p>
          <a:p>
            <a:r>
              <a:rPr dirty="0"/>
              <a:t>Power BI</a:t>
            </a:r>
          </a:p>
          <a:p>
            <a:r>
              <a:rPr dirty="0"/>
              <a:t>Excel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Tracked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Sales</a:t>
            </a:r>
          </a:p>
          <a:p>
            <a:r>
              <a:rPr dirty="0"/>
              <a:t>Profit Margin</a:t>
            </a:r>
          </a:p>
          <a:p>
            <a:r>
              <a:rPr dirty="0"/>
              <a:t>Total Profit</a:t>
            </a:r>
          </a:p>
          <a:p>
            <a:r>
              <a:rPr dirty="0"/>
              <a:t>Total COGS</a:t>
            </a:r>
          </a:p>
          <a:p>
            <a:r>
              <a:rPr dirty="0"/>
              <a:t>Average Profit per Order</a:t>
            </a:r>
          </a:p>
          <a:p>
            <a:r>
              <a:rPr dirty="0"/>
              <a:t>Sales by Segment, Product, and Country</a:t>
            </a:r>
          </a:p>
          <a:p>
            <a:r>
              <a:rPr dirty="0"/>
              <a:t>Discount Band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Interactive slicers: Country, Segment, Product, Discount Band, Date</a:t>
            </a:r>
          </a:p>
          <a:p>
            <a:r>
              <a:rPr dirty="0"/>
              <a:t>Time-based filtering (Year, Month, Quarter)</a:t>
            </a:r>
          </a:p>
          <a:p>
            <a:r>
              <a:rPr lang="en-US" dirty="0"/>
              <a:t> </a:t>
            </a:r>
            <a:r>
              <a:rPr dirty="0"/>
              <a:t>KPI Cards for Totals</a:t>
            </a:r>
          </a:p>
          <a:p>
            <a:r>
              <a:rPr dirty="0"/>
              <a:t>Consistent theme for visual clarity</a:t>
            </a:r>
          </a:p>
          <a:p>
            <a:r>
              <a:rPr dirty="0"/>
              <a:t>Multiple chart types: Map, Bar, Donut, 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Paseo is the highest selling product (33M Sales)</a:t>
            </a:r>
          </a:p>
          <a:p>
            <a:r>
              <a:rPr dirty="0"/>
              <a:t>Government segment contributes the most to total sales</a:t>
            </a:r>
          </a:p>
          <a:p>
            <a:r>
              <a:rPr dirty="0"/>
              <a:t>Medium and High discount bands have strong sales performance</a:t>
            </a:r>
          </a:p>
          <a:p>
            <a:r>
              <a:rPr dirty="0"/>
              <a:t>Add trend line for monthly sales for time-series insights</a:t>
            </a:r>
          </a:p>
          <a:p>
            <a:r>
              <a:rPr dirty="0"/>
              <a:t>Consider using bookmarks for improved navigation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</TotalTime>
  <Words>157</Words>
  <Application>Microsoft Office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Financial Dashboard Summary</vt:lpstr>
      <vt:lpstr>Objective of the Dashboard</vt:lpstr>
      <vt:lpstr>Key Metrics Tracked</vt:lpstr>
      <vt:lpstr>Dashboard Features</vt:lpstr>
      <vt:lpstr>Insights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roshni</dc:creator>
  <cp:keywords/>
  <dc:description>generated using python-pptx</dc:description>
  <cp:lastModifiedBy>roshni behera</cp:lastModifiedBy>
  <cp:revision>2</cp:revision>
  <dcterms:created xsi:type="dcterms:W3CDTF">2013-01-27T09:14:16Z</dcterms:created>
  <dcterms:modified xsi:type="dcterms:W3CDTF">2025-04-11T05:26:03Z</dcterms:modified>
  <cp:category/>
</cp:coreProperties>
</file>